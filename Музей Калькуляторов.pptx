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6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2256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107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98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65133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651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568661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592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734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51695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83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079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769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5DEAF72-FD5A-4E86-BB61-32576FD78F8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9B51938-252D-45AC-8F59-3CAACB6A898D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38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Музей Калькуляторов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017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Наш сайт представляет собой музей в котором написана история калькуляторов и приведены примеры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047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Главная страница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При входе вас встречает красиво оформленная страница сайта.</a:t>
            </a:r>
          </a:p>
          <a:p>
            <a:pPr marL="0" indent="0">
              <a:buNone/>
            </a:pPr>
            <a:r>
              <a:rPr lang="ru-RU" dirty="0" smtClean="0"/>
              <a:t>На ней можно попасть на страницу регистрации или зайти и почитать историю калькуляторов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44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5319" y="53043"/>
            <a:ext cx="12097701" cy="680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756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Зал витрин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данной странице можно посмотреть на различные калькуляторы и попробовать их в действии.</a:t>
            </a:r>
          </a:p>
          <a:p>
            <a:pPr marL="0" indent="0">
              <a:buNone/>
            </a:pPr>
            <a:r>
              <a:rPr lang="ru-RU" dirty="0" smtClean="0"/>
              <a:t>В пример приведено 3 различных калькулятора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ru-RU" dirty="0"/>
              <a:t>Модель 1974 года</a:t>
            </a:r>
          </a:p>
          <a:p>
            <a:pPr marL="0" indent="0">
              <a:buNone/>
            </a:pPr>
            <a:r>
              <a:rPr lang="ru-RU" dirty="0"/>
              <a:t>Логика процессора</a:t>
            </a:r>
          </a:p>
          <a:p>
            <a:pPr marL="0" indent="0">
              <a:buNone/>
            </a:pPr>
            <a:r>
              <a:rPr lang="ru-RU" dirty="0"/>
              <a:t>Римский </a:t>
            </a:r>
            <a:r>
              <a:rPr lang="ru-RU" dirty="0" smtClean="0"/>
              <a:t>арифмометр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1478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84" y="231538"/>
            <a:ext cx="6550078" cy="31057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932" y="1878202"/>
            <a:ext cx="7635308" cy="291820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776" y="2893852"/>
            <a:ext cx="6815012" cy="38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01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Архив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архиве приведены примеры калькуляторов древности, рассказывается про историю возникновения калькуляторов</a:t>
            </a:r>
          </a:p>
          <a:p>
            <a:pPr marL="0" indent="0">
              <a:buNone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64148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286" y="0"/>
            <a:ext cx="4885336" cy="688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 нашем проекте используется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Работа в базой данных</a:t>
            </a:r>
          </a:p>
          <a:p>
            <a:pPr marL="0" indent="0">
              <a:buNone/>
            </a:pPr>
            <a:r>
              <a:rPr lang="en-US" dirty="0" smtClean="0"/>
              <a:t>REST API</a:t>
            </a:r>
          </a:p>
          <a:p>
            <a:pPr marL="0" indent="0">
              <a:buNone/>
            </a:pPr>
            <a:r>
              <a:rPr lang="en-US" dirty="0" err="1" smtClean="0"/>
              <a:t>SQLAlchemy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Flask-WTF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2997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Авторы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Ионов Николай</a:t>
            </a:r>
          </a:p>
          <a:p>
            <a:pPr marL="0" indent="0">
              <a:buNone/>
            </a:pPr>
            <a:r>
              <a:rPr lang="ru-RU" dirty="0" smtClean="0"/>
              <a:t>Сотников Даниил</a:t>
            </a:r>
          </a:p>
          <a:p>
            <a:pPr marL="0" indent="0">
              <a:buNone/>
            </a:pPr>
            <a:r>
              <a:rPr lang="ru-RU" dirty="0" err="1" smtClean="0"/>
              <a:t>Узденов</a:t>
            </a:r>
            <a:r>
              <a:rPr lang="ru-RU" dirty="0" smtClean="0"/>
              <a:t> Амир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8698272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TM10001106[[fn=Эмблема]]</Template>
  <TotalTime>11</TotalTime>
  <Words>102</Words>
  <Application>Microsoft Office PowerPoint</Application>
  <PresentationFormat>Широкоэкранный</PresentationFormat>
  <Paragraphs>23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Corbel</vt:lpstr>
      <vt:lpstr>Gill Sans MT</vt:lpstr>
      <vt:lpstr>Impact</vt:lpstr>
      <vt:lpstr>Badge</vt:lpstr>
      <vt:lpstr>Музей Калькуляторов</vt:lpstr>
      <vt:lpstr>Введение</vt:lpstr>
      <vt:lpstr>Главная страница</vt:lpstr>
      <vt:lpstr>Презентация PowerPoint</vt:lpstr>
      <vt:lpstr>Зал витрин</vt:lpstr>
      <vt:lpstr>Презентация PowerPoint</vt:lpstr>
      <vt:lpstr>Архив</vt:lpstr>
      <vt:lpstr>Презентация PowerPoint</vt:lpstr>
      <vt:lpstr>В нашем проекте используется</vt:lpstr>
      <vt:lpstr>Авторы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Музей Калькуляторов</dc:title>
  <dc:creator>7</dc:creator>
  <cp:lastModifiedBy>7</cp:lastModifiedBy>
  <cp:revision>3</cp:revision>
  <dcterms:created xsi:type="dcterms:W3CDTF">2026-05-15T14:55:36Z</dcterms:created>
  <dcterms:modified xsi:type="dcterms:W3CDTF">2026-05-15T15:07:32Z</dcterms:modified>
</cp:coreProperties>
</file>